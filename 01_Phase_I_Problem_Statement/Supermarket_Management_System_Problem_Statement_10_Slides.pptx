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SUPERMARKET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400">
                <a:latin typeface="Helvetica"/>
              </a:defRPr>
            </a:pPr>
            <a:r>
              <a:t>Problem Statement</a:t>
            </a:r>
          </a:p>
          <a:p>
            <a:pPr>
              <a:spcAft>
                <a:spcPts val="1300"/>
              </a:spcAft>
              <a:defRPr sz="2400">
                <a:latin typeface="Helvetica"/>
              </a:defRPr>
            </a:pPr>
            <a:r>
              <a:t>Database Programming with Oracle Database</a:t>
            </a:r>
          </a:p>
          <a:p>
            <a:pPr>
              <a:spcAft>
                <a:spcPts val="1300"/>
              </a:spcAft>
              <a:defRPr sz="2400">
                <a:latin typeface="Helvetica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A supermarket handles daily activities such as purchasing, stocking, selling, and recording products.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These activities generate a large amount of information that must be stored, updated, and retrieved accurately.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 proposed system will use an Oracle database to organize and manage this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2. Background of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Supermarket operations may depend on manual records, spreadsheets, or separate records for different activities.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As the number of products and transactions increases, managing information manually becomes more difficult.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A centralized database provides a structured way to manage supermarket data and support daily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3. Main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 main problem is the difficulty of efficiently managing supermarket information and daily transactions in a reliable and centralized manner.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Poorly organized records can lead to inaccurate stock information, duplicate records, missing data, and delays in retrieving important information.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Without an integrated database, management may also find it difficult to monitor sales, inventory, and other business activities.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4. Inventory Management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Tracking the quantity of products available can be challenging.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Manual stock records may become outdated when products are sold, received, or adjusted.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This can result in stock shortages, overstocking, inaccurate product information, and difficulty identifying products that need replenishment.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5. Sales and Transaction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Recording and tracking sales transactions manually can take time and increase the possibility of human errors.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It may be difficult to quickly identify products sold, quantities, transaction dates, and customers.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Reliable sales records are necessary for accurate reporting and better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6. Data Management and Security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Scattered records can make information difficult to find and maintain consistently.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Unauthorized or uncontrolled changes to important records can affect data reliability.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 system therefore needs constraints, access control, and auditing mechanisms to protect data integrity and track important activities.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7.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Develop a centralized Supermarket Management System using Oracle Database.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 system will organize information about products, categories, suppliers, customers, sales, and inventory.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SQL and PL/SQL will be used to perform database operations and implement business logic.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Triggers, procedures, functions, packages, and auditing can help automate and control important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8.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Create a centralized database for supermarket operations.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Manage products, categories, suppliers, customers, sales, and inventory efficiently.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Improve data accuracy, consistency, and integrity using database constraints.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Automate selected business processes using PL/SQL.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Provide useful information and reports for management decision-making.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Improve security and accountability through access control and auditing.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9. Target Users and 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Target users: supermarket administrator, manager, cashier/sales staff, and inventory/stock staff.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Expected benefits: faster operations and reporting; more accurate inventory and sales records; reduced duplication and errors; better decision-making; improved data security and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10/10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Helvetica"/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 Supermarket Management System is proposed to address challenges in managing supermarket information, inventory, sales, and business records.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A centralized Oracle database will provide a structured and reliable way to store and manage the required information.</a:t>
            </a:r>
          </a:p>
          <a:p>
            <a:pPr>
              <a:spcAft>
                <a:spcPts val="1300"/>
              </a:spcAft>
              <a:defRPr sz="2000">
                <a:latin typeface="Helvetica"/>
              </a:defRPr>
            </a:pPr>
            <a:r>
              <a:t>• The system is expected to improve operational efficiency, data accuracy, reporting, security, and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Helvetica"/>
              </a:defRPr>
            </a:pPr>
            <a:r>
              <a:t>Supermarket Management System | 11/10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